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908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C1127-ADBC-4F58-AA33-B9CD4FEEC0A8}" type="datetimeFigureOut">
              <a:rPr lang="es-VE" smtClean="0"/>
              <a:t>3/10/2025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3C24F-61AF-4349-B74F-39F5CB28283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248468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C1127-ADBC-4F58-AA33-B9CD4FEEC0A8}" type="datetimeFigureOut">
              <a:rPr lang="es-VE" smtClean="0"/>
              <a:t>3/10/2025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3C24F-61AF-4349-B74F-39F5CB28283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160395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C1127-ADBC-4F58-AA33-B9CD4FEEC0A8}" type="datetimeFigureOut">
              <a:rPr lang="es-VE" smtClean="0"/>
              <a:t>3/10/2025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3C24F-61AF-4349-B74F-39F5CB28283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581835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C1127-ADBC-4F58-AA33-B9CD4FEEC0A8}" type="datetimeFigureOut">
              <a:rPr lang="es-VE" smtClean="0"/>
              <a:t>3/10/2025</a:t>
            </a:fld>
            <a:endParaRPr lang="es-V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3C24F-61AF-4349-B74F-39F5CB28283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725678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C1127-ADBC-4F58-AA33-B9CD4FEEC0A8}" type="datetimeFigureOut">
              <a:rPr lang="es-VE" smtClean="0"/>
              <a:t>3/10/2025</a:t>
            </a:fld>
            <a:endParaRPr lang="es-V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3C24F-61AF-4349-B74F-39F5CB28283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287959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C1127-ADBC-4F58-AA33-B9CD4FEEC0A8}" type="datetimeFigureOut">
              <a:rPr lang="es-VE" smtClean="0"/>
              <a:t>3/10/2025</a:t>
            </a:fld>
            <a:endParaRPr lang="es-VE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3C24F-61AF-4349-B74F-39F5CB28283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330243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C1127-ADBC-4F58-AA33-B9CD4FEEC0A8}" type="datetimeFigureOut">
              <a:rPr lang="es-VE" smtClean="0"/>
              <a:t>3/10/2025</a:t>
            </a:fld>
            <a:endParaRPr lang="es-VE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3C24F-61AF-4349-B74F-39F5CB28283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568796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C1127-ADBC-4F58-AA33-B9CD4FEEC0A8}" type="datetimeFigureOut">
              <a:rPr lang="es-VE" smtClean="0"/>
              <a:t>3/10/2025</a:t>
            </a:fld>
            <a:endParaRPr lang="es-V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3C24F-61AF-4349-B74F-39F5CB28283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860828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V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C1127-ADBC-4F58-AA33-B9CD4FEEC0A8}" type="datetimeFigureOut">
              <a:rPr lang="es-VE" smtClean="0"/>
              <a:t>3/10/2025</a:t>
            </a:fld>
            <a:endParaRPr lang="es-V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3C24F-61AF-4349-B74F-39F5CB28283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740576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C1127-ADBC-4F58-AA33-B9CD4FEEC0A8}" type="datetimeFigureOut">
              <a:rPr lang="es-VE" smtClean="0"/>
              <a:t>3/10/2025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3C24F-61AF-4349-B74F-39F5CB28283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163729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C1127-ADBC-4F58-AA33-B9CD4FEEC0A8}" type="datetimeFigureOut">
              <a:rPr lang="es-VE" smtClean="0"/>
              <a:t>3/10/2025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3C24F-61AF-4349-B74F-39F5CB28283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690645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BC1127-ADBC-4F58-AA33-B9CD4FEEC0A8}" type="datetimeFigureOut">
              <a:rPr lang="es-VE" smtClean="0"/>
              <a:t>3/10/2025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B3C24F-61AF-4349-B74F-39F5CB28283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355360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85" t="6079" r="349" b="5090"/>
          <a:stretch/>
        </p:blipFill>
        <p:spPr>
          <a:xfrm>
            <a:off x="3425899" y="907514"/>
            <a:ext cx="5340202" cy="5042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437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jose carlos perdomo herrera</dc:creator>
  <cp:lastModifiedBy>jose carlos perdomo herrera</cp:lastModifiedBy>
  <cp:revision>3</cp:revision>
  <dcterms:created xsi:type="dcterms:W3CDTF">2025-10-04T02:07:00Z</dcterms:created>
  <dcterms:modified xsi:type="dcterms:W3CDTF">2025-10-04T04:56:13Z</dcterms:modified>
</cp:coreProperties>
</file>